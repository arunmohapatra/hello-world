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Next-Gen Continuous Delivery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Overview of Phases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CD Abstraction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Build abstraction layer to reduce migration efforts</a:t>
            </a:r>
          </a:p>
          <a:p>
            <a:pPr lvl="1"/>
            <a:r>
              <a:t>Seamless experience across tools</a:t>
            </a:r>
          </a:p>
          <a:p>
            <a:pPr lvl="1"/>
            <a:r>
              <a:t>Challenges: High engineering effort, platform resilience</a:t>
            </a:r>
          </a:p>
          <a:p>
            <a:pPr lvl="1"/>
            <a:r>
              <a:t>Resource Needs: 6–9 months, 6–8 engineers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Spinnaker Continuation + GAP/GKP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Continue Spinnaker until contract end</a:t>
            </a:r>
          </a:p>
          <a:p>
            <a:pPr lvl="1"/>
            <a:r>
              <a:t>Add GAP/GKP deployment capabilities</a:t>
            </a:r>
          </a:p>
          <a:p>
            <a:pPr lvl="1"/>
            <a:r>
              <a:t>Challenges: Legacy complexity, migration workload</a:t>
            </a:r>
          </a:p>
          <a:p>
            <a:pPr lvl="1"/>
            <a:r>
              <a:t>Resource Needs: 12–18 months parallel team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OSS Spinnaker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Explore OSS features with OpsMx</a:t>
            </a:r>
          </a:p>
          <a:p>
            <a:pPr lvl="1"/>
            <a:r>
              <a:t>Develop custom Spinnaker plugins</a:t>
            </a:r>
          </a:p>
          <a:p>
            <a:pPr lvl="1"/>
            <a:r>
              <a:t>Challenges: OSS gaps, support dependencies</a:t>
            </a:r>
          </a:p>
          <a:p>
            <a:pPr lvl="1"/>
            <a:r>
              <a:t>Resource Needs: 4–6 engineers,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4: Self-Maintained Spinnaker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Fork Spinnaker codebase</a:t>
            </a:r>
          </a:p>
          <a:p>
            <a:pPr lvl="1"/>
            <a:r>
              <a:t>Security patching and internal image builds</a:t>
            </a:r>
          </a:p>
          <a:p>
            <a:pPr lvl="1"/>
            <a:r>
              <a:t>Allowed under Apache License 2.0</a:t>
            </a:r>
          </a:p>
          <a:p>
            <a:pPr lvl="1"/>
            <a:r>
              <a:t>Challenges: Full lifecycle mgmt, team commitment</a:t>
            </a:r>
          </a:p>
          <a:p>
            <a:pPr lvl="1"/>
            <a:r>
              <a:t>Resource Needs: Dedicated team + vendor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5: Multi-Tool Integration via Jet Deploy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Use Jet Deploy to integrate tools per cloud</a:t>
            </a:r>
          </a:p>
          <a:p>
            <a:pPr lvl="1"/>
            <a:r>
              <a:t>Flexibility to plug AWS, Azure, GCP tools</a:t>
            </a:r>
          </a:p>
          <a:p>
            <a:pPr lvl="1"/>
            <a:r>
              <a:t>Challenges: Connector engineering, abstraction design</a:t>
            </a:r>
          </a:p>
          <a:p>
            <a:pPr lvl="1"/>
            <a:r>
              <a:t>Resource Needs: Continuous investment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Roadmap</a:t>
            </a:r>
          </a:p>
        </p:txBody>
      </p:sp>
      <p:pic>
        <p:nvPicPr>
          <p:cNvPr id="3" name="Picture 2" descr="A_PowerPoint_slide_provides_a_visual_represent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